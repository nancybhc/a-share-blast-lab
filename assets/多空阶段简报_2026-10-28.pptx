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13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6</c:v>
                </c:pt>
                <c:pt idx="2">
                  <c:v>1</c:v>
                </c:pt>
                <c:pt idx="3">
                  <c:v>4</c:v>
                </c:pt>
                <c:pt idx="4">
                  <c:v>11</c:v>
                </c:pt>
                <c:pt idx="5">
                  <c:v>1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3</c:v>
                </c:pt>
                <c:pt idx="2">
                  <c:v>0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MLCC</c:v>
                </c:pt>
                <c:pt idx="3">
                  <c:v>机器人</c:v>
                </c:pt>
                <c:pt idx="4">
                  <c:v>药</c:v>
                </c:pt>
                <c:pt idx="5">
                  <c:v>CPO</c:v>
                </c:pt>
                <c:pt idx="6">
                  <c:v>半导体设备</c:v>
                </c:pt>
                <c:pt idx="7">
                  <c:v>半导体上游</c:v>
                </c:pt>
                <c:pt idx="8">
                  <c:v>互金证券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36.4</c:v>
                </c:pt>
                <c:pt idx="1">
                  <c:v>30.0</c:v>
                </c:pt>
                <c:pt idx="2">
                  <c:v>18.8</c:v>
                </c:pt>
                <c:pt idx="3">
                  <c:v>15.7</c:v>
                </c:pt>
                <c:pt idx="4">
                  <c:v>7.7</c:v>
                </c:pt>
                <c:pt idx="5">
                  <c:v>6.1</c:v>
                </c:pt>
                <c:pt idx="6">
                  <c:v>4.3</c:v>
                </c:pt>
                <c:pt idx="7">
                  <c:v>4.1</c:v>
                </c:pt>
                <c:pt idx="8">
                  <c:v>3.3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16、恶化 0。转多力度第一为 存储，强度 36.36。最强低位转势候选为 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堆叠柱分别代表空转空转多、空转多转多、空直接转多。后两者更接近真实转多确认，空转空转多则是下一轮候选。最强低位转势候选：半导体芯片。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次日先看空转多转多能否继续扩散，再检查空转空转多的蓄势池。反向压力主要来自：算力 转空 8 只｜商业航天 转空 6 只｜AI应用 转空 5 只｜药 转空 4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16 · 恶化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36.4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存储转多确认最强，半导体芯片以多占比 18.0% 成为最强低位转势候选，但同时提防算力、商业航天等反向转空。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0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4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0→0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5 只｜多占比 80.0%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半导体芯片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18.0%｜空转多→多 3 只｜空→空转多 6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存储  ·  36.4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存储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36.4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半导体芯片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30.0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18.8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15.7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7.7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36.4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2 只；反向转空 1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27.3%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30.0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6 只｜多占比 18.0%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18.8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1 只；反向转空 1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1 只｜多占比 6.2%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15.7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2→5；反向转空 3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4 只｜多占比 80.0%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7.7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4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11 只｜多占比 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6.1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1 只｜多占比 2.0%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算力 转空 8 只｜商业航天 转空 6 只｜AI应用 转空 5 只｜药 转空 4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2026-10-28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