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14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半导体芯片</c:v>
                </c:pt>
                <c:pt idx="1">
                  <c:v>机器人</c:v>
                </c:pt>
                <c:pt idx="2">
                  <c:v>光上游</c:v>
                </c:pt>
                <c:pt idx="3">
                  <c:v>药</c:v>
                </c:pt>
                <c:pt idx="4">
                  <c:v>AI应用</c:v>
                </c:pt>
                <c:pt idx="5">
                  <c:v>互金证券</c:v>
                </c:pt>
                <c:pt idx="6">
                  <c:v>CPO</c:v>
                </c:pt>
                <c:pt idx="7">
                  <c:v>MLCC</c:v>
                </c:pt>
                <c:pt idx="8">
                  <c:v>半导体上游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</c:v>
                </c:pt>
                <c:pt idx="2">
                  <c:v>2</c:v>
                </c:pt>
                <c:pt idx="3">
                  <c:v>11</c:v>
                </c:pt>
                <c:pt idx="4">
                  <c:v>7</c:v>
                </c:pt>
                <c:pt idx="5">
                  <c:v>5</c:v>
                </c:pt>
                <c:pt idx="6">
                  <c:v>1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半导体芯片</c:v>
                </c:pt>
                <c:pt idx="1">
                  <c:v>机器人</c:v>
                </c:pt>
                <c:pt idx="2">
                  <c:v>光上游</c:v>
                </c:pt>
                <c:pt idx="3">
                  <c:v>药</c:v>
                </c:pt>
                <c:pt idx="4">
                  <c:v>AI应用</c:v>
                </c:pt>
                <c:pt idx="5">
                  <c:v>互金证券</c:v>
                </c:pt>
                <c:pt idx="6">
                  <c:v>CPO</c:v>
                </c:pt>
                <c:pt idx="7">
                  <c:v>MLCC</c:v>
                </c:pt>
                <c:pt idx="8">
                  <c:v>半导体上游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半导体芯片</c:v>
                </c:pt>
                <c:pt idx="1">
                  <c:v>机器人</c:v>
                </c:pt>
                <c:pt idx="2">
                  <c:v>光上游</c:v>
                </c:pt>
                <c:pt idx="3">
                  <c:v>药</c:v>
                </c:pt>
                <c:pt idx="4">
                  <c:v>AI应用</c:v>
                </c:pt>
                <c:pt idx="5">
                  <c:v>互金证券</c:v>
                </c:pt>
                <c:pt idx="6">
                  <c:v>CPO</c:v>
                </c:pt>
                <c:pt idx="7">
                  <c:v>MLCC</c:v>
                </c:pt>
                <c:pt idx="8">
                  <c:v>半导体上游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半导体芯片</c:v>
                </c:pt>
                <c:pt idx="1">
                  <c:v>机器人</c:v>
                </c:pt>
                <c:pt idx="2">
                  <c:v>光上游</c:v>
                </c:pt>
                <c:pt idx="3">
                  <c:v>药</c:v>
                </c:pt>
                <c:pt idx="4">
                  <c:v>AI应用</c:v>
                </c:pt>
                <c:pt idx="5">
                  <c:v>互金证券</c:v>
                </c:pt>
                <c:pt idx="6">
                  <c:v>CPO</c:v>
                </c:pt>
                <c:pt idx="7">
                  <c:v>MLCC</c:v>
                </c:pt>
                <c:pt idx="8">
                  <c:v>半导体上游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23.5</c:v>
                </c:pt>
                <c:pt idx="1">
                  <c:v>15.7</c:v>
                </c:pt>
                <c:pt idx="2">
                  <c:v>9.2</c:v>
                </c:pt>
                <c:pt idx="3">
                  <c:v>8.8</c:v>
                </c:pt>
                <c:pt idx="4">
                  <c:v>7.0</c:v>
                </c:pt>
                <c:pt idx="5">
                  <c:v>6.6</c:v>
                </c:pt>
                <c:pt idx="6">
                  <c:v>6.2</c:v>
                </c:pt>
                <c:pt idx="7">
                  <c:v>6.2</c:v>
                </c:pt>
                <c:pt idx="8">
                  <c:v>4.1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17 个分组；改善 15、恶化 0。转多力度第一为 半导体芯片，强度 23.53。最强低位转势候选为 半导体芯片。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堆叠柱分别代表空转空转多、空转多转多、空直接转多。后两者更接近真实转多确认，空转空转多则是下一轮候选。最强低位转势候选：半导体芯片。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次日先看空转多转多能否继续扩散，再检查空转空转多的蓄势池。反向压力主要来自：商业航天 转空 9 只｜算力 转空 7 只｜AI应用 转空 5 只｜药 转空 3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15 · 恶化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半导体芯片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23.5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半导体芯片转多确认最强，半导体芯片以多占比 21.6% 成为最强低位转势候选，但同时提防商业航天、算力等反向转空。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半导体芯片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3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2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半导体芯片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0→3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5 只｜多占比 81.4%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半导体芯片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多占比 21.6%｜空转多→多 3 只｜空→空转多 3 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半导体芯片  ·  23.5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半导体芯片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23.5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机器人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15.7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光上游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9.2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药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8.8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AI应用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7.0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互金证券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6.6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半导体芯片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23.5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0→3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3 只｜空→空转多 3 只｜多占比 21.6%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15.7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2→5；反向转空 3 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5 只｜空→空转多 4 只｜多占比 81.4%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光上游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9.2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0→2；反向转空 2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2 只｜多占比 7.9%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8.8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0→2；反向转空 3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11 只｜多占比 10.7%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AI应用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7.0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2→2；反向转空 5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7 只｜多占比 16.9%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互金证券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6.6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空→空转多蓄势 5 只；反向转空 1 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5 只｜多占比 3.3%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商业航天 转空 9 只｜算力 转空 7 只｜AI应用 转空 5 只｜药 转空 3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2026-10-28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