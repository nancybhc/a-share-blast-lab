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14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机器人</c:v>
                </c:pt>
                <c:pt idx="3">
                  <c:v>药</c:v>
                </c:pt>
                <c:pt idx="4">
                  <c:v>MLCC</c:v>
                </c:pt>
                <c:pt idx="5">
                  <c:v>CPO</c:v>
                </c:pt>
                <c:pt idx="6">
                  <c:v>互金证券</c:v>
                </c:pt>
                <c:pt idx="7">
                  <c:v>半导体上游</c:v>
                </c:pt>
                <c:pt idx="8">
                  <c:v>电力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4</c:v>
                </c:pt>
                <c:pt idx="2">
                  <c:v>4</c:v>
                </c:pt>
                <c:pt idx="3">
                  <c:v>13</c:v>
                </c:pt>
                <c:pt idx="4">
                  <c:v>2</c:v>
                </c:pt>
                <c:pt idx="5">
                  <c:v>1</c:v>
                </c:pt>
                <c:pt idx="6">
                  <c:v>4</c:v>
                </c:pt>
                <c:pt idx="7">
                  <c:v>3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机器人</c:v>
                </c:pt>
                <c:pt idx="3">
                  <c:v>药</c:v>
                </c:pt>
                <c:pt idx="4">
                  <c:v>MLCC</c:v>
                </c:pt>
                <c:pt idx="5">
                  <c:v>CPO</c:v>
                </c:pt>
                <c:pt idx="6">
                  <c:v>互金证券</c:v>
                </c:pt>
                <c:pt idx="7">
                  <c:v>半导体上游</c:v>
                </c:pt>
                <c:pt idx="8">
                  <c:v>电力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机器人</c:v>
                </c:pt>
                <c:pt idx="3">
                  <c:v>药</c:v>
                </c:pt>
                <c:pt idx="4">
                  <c:v>MLCC</c:v>
                </c:pt>
                <c:pt idx="5">
                  <c:v>CPO</c:v>
                </c:pt>
                <c:pt idx="6">
                  <c:v>互金证券</c:v>
                </c:pt>
                <c:pt idx="7">
                  <c:v>半导体上游</c:v>
                </c:pt>
                <c:pt idx="8">
                  <c:v>电力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存储</c:v>
                </c:pt>
                <c:pt idx="1">
                  <c:v>半导体芯片</c:v>
                </c:pt>
                <c:pt idx="2">
                  <c:v>机器人</c:v>
                </c:pt>
                <c:pt idx="3">
                  <c:v>药</c:v>
                </c:pt>
                <c:pt idx="4">
                  <c:v>MLCC</c:v>
                </c:pt>
                <c:pt idx="5">
                  <c:v>CPO</c:v>
                </c:pt>
                <c:pt idx="6">
                  <c:v>互金证券</c:v>
                </c:pt>
                <c:pt idx="7">
                  <c:v>半导体上游</c:v>
                </c:pt>
                <c:pt idx="8">
                  <c:v>电力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45.5</c:v>
                </c:pt>
                <c:pt idx="1">
                  <c:v>26.0</c:v>
                </c:pt>
                <c:pt idx="2">
                  <c:v>15.7</c:v>
                </c:pt>
                <c:pt idx="3">
                  <c:v>9.5</c:v>
                </c:pt>
                <c:pt idx="4">
                  <c:v>6.2</c:v>
                </c:pt>
                <c:pt idx="5">
                  <c:v>6.1</c:v>
                </c:pt>
                <c:pt idx="6">
                  <c:v>4.9</c:v>
                </c:pt>
                <c:pt idx="7">
                  <c:v>4.1</c:v>
                </c:pt>
                <c:pt idx="8">
                  <c:v>3.2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16、恶化 0。转多力度第一为 存储，强度 45.45。最强低位转势候选为 存储。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堆叠柱分别代表空转空转多、空转多转多、空直接转多。后两者更接近真实转多确认，空转空转多则是下一轮候选。最强低位转势候选：存储。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次日先看空转多转多能否继续扩散，再检查空转空转多的蓄势池。反向压力主要来自：算力 转空 8 只｜商业航天 转空 7 只｜AI应用 转空 5 只｜药 转空 4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16 · 恶化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45.5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存储转多确认最强，存储以多占比 27.3% 成为最强低位转势候选，但同时提防算力、商业航天等反向转空。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存储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0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4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存储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0→0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5 只｜多占比 81.4%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存储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多占比 27.3%｜空转多→多 0 只｜空→空转多 2 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存储  ·  45.5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存储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45.5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半导体芯片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26.0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15.7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9.5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6.2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CPO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6.1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存储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45.5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只；空→空转多蓄势 2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2 只｜多占比 27.3%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半导体芯片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26.0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0→3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3 只｜空→空转多 4 只｜多占比 20.0%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15.7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2→5；反向转空 3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4 只｜多占比 81.4%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9.5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4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13 只｜多占比 11.5%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MLCC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6.2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2 只；反向转空 1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2 只｜多占比 0.0%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CPO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6.1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 只｜空→空转多 1 只｜多占比 2.0%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算力 转空 8 只｜商业航天 转空 7 只｜AI应用 转空 5 只｜药 转空 4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2026-10-28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