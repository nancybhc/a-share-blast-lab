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互金证券</c:v>
                </c:pt>
                <c:pt idx="1">
                  <c:v>黄金白银</c:v>
                </c:pt>
                <c:pt idx="2">
                  <c:v>机器人</c:v>
                </c:pt>
                <c:pt idx="3">
                  <c:v>CPO</c:v>
                </c:pt>
                <c:pt idx="4">
                  <c:v>半导体设备</c:v>
                </c:pt>
                <c:pt idx="5">
                  <c:v>存储</c:v>
                </c:pt>
                <c:pt idx="6">
                  <c:v>电网设备</c:v>
                </c:pt>
                <c:pt idx="7">
                  <c:v>半导体上游</c:v>
                </c:pt>
                <c:pt idx="8">
                  <c:v>MLCC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互金证券</c:v>
                </c:pt>
                <c:pt idx="1">
                  <c:v>黄金白银</c:v>
                </c:pt>
                <c:pt idx="2">
                  <c:v>机器人</c:v>
                </c:pt>
                <c:pt idx="3">
                  <c:v>CPO</c:v>
                </c:pt>
                <c:pt idx="4">
                  <c:v>半导体设备</c:v>
                </c:pt>
                <c:pt idx="5">
                  <c:v>存储</c:v>
                </c:pt>
                <c:pt idx="6">
                  <c:v>电网设备</c:v>
                </c:pt>
                <c:pt idx="7">
                  <c:v>半导体上游</c:v>
                </c:pt>
                <c:pt idx="8">
                  <c:v>MLCC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互金证券</c:v>
                </c:pt>
                <c:pt idx="1">
                  <c:v>黄金白银</c:v>
                </c:pt>
                <c:pt idx="2">
                  <c:v>机器人</c:v>
                </c:pt>
                <c:pt idx="3">
                  <c:v>CPO</c:v>
                </c:pt>
                <c:pt idx="4">
                  <c:v>半导体设备</c:v>
                </c:pt>
                <c:pt idx="5">
                  <c:v>存储</c:v>
                </c:pt>
                <c:pt idx="6">
                  <c:v>电网设备</c:v>
                </c:pt>
                <c:pt idx="7">
                  <c:v>半导体上游</c:v>
                </c:pt>
                <c:pt idx="8">
                  <c:v>MLCC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互金证券</c:v>
                </c:pt>
                <c:pt idx="1">
                  <c:v>黄金白银</c:v>
                </c:pt>
                <c:pt idx="2">
                  <c:v>机器人</c:v>
                </c:pt>
                <c:pt idx="3">
                  <c:v>CPO</c:v>
                </c:pt>
                <c:pt idx="4">
                  <c:v>半导体设备</c:v>
                </c:pt>
                <c:pt idx="5">
                  <c:v>存储</c:v>
                </c:pt>
                <c:pt idx="6">
                  <c:v>电网设备</c:v>
                </c:pt>
                <c:pt idx="7">
                  <c:v>半导体上游</c:v>
                </c:pt>
                <c:pt idx="8">
                  <c:v>MLCC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6.7</c:v>
                </c:pt>
                <c:pt idx="1">
                  <c:v>4.5</c:v>
                </c:pt>
                <c:pt idx="2">
                  <c:v>4.3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-0.9</c:v>
                </c:pt>
                <c:pt idx="7">
                  <c:v>-2.0</c:v>
                </c:pt>
                <c:pt idx="8">
                  <c:v>-6.2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17 个分组；改善 7、恶化 9。转多力度第一为 互金证券，强度 6.67。最强低位转势候选为 黄金白银。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堆叠柱分别代表空转空转多、空转多转多、空直接转多。后两者更接近真实转多确认，空转空转多则是下一轮候选。最强低位转势候选：黄金白银。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次日先看空转多转多能否继续扩散，再检查空转空转多的蓄势池。反向压力主要来自：药 转空 29 只｜商业航天 转空 14 只｜AI应用 转空 13 只｜半导体芯片 转空 8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7 · 恶化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互金证券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6.7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互金证券转多确认最强，黄金白银以多占比 0.0% 成为最强低位转势候选，但同时提防药、商业航天等反向转空。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黄金白银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1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4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互金证券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1→1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AI应用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3 只｜多占比 26.8%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黄金白银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多占比 0.0%｜空转多→多 0 只｜空→空转多 1 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互金证券  ·  6.7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互金证券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6.7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黄金白银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4.5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机器人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4.3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CPO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半导体设备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互金证券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6.7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1→1；反向转空 5 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7 只｜多占比 6.7%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黄金白银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4.5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空→空转多蓄势 1 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1 只｜多占比 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4.3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5→2；反向转空 1 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0 只｜多占比 77.1%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CPO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0.0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空→空转多蓄势 1 只；反向转空 1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1 只｜多占比 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半导体设备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0.0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转空抬头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0 只｜多占比 0.0%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F0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存储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0.0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变化有限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0 只｜多占比 27.3%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药 转空 29 只｜商业航天 转空 14 只｜AI应用 转空 13 只｜半导体芯片 转空 8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2026-10-27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