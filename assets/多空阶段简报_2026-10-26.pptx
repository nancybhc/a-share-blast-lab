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药</c:v>
                </c:pt>
                <c:pt idx="2">
                  <c:v>AI应用</c:v>
                </c:pt>
                <c:pt idx="3">
                  <c:v>互金证券</c:v>
                </c:pt>
                <c:pt idx="4">
                  <c:v>算力</c:v>
                </c:pt>
                <c:pt idx="5">
                  <c:v>半导体芯片</c:v>
                </c:pt>
                <c:pt idx="6">
                  <c:v>电力</c:v>
                </c:pt>
                <c:pt idx="7">
                  <c:v>商业航天</c:v>
                </c:pt>
                <c:pt idx="8">
                  <c:v>PCB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14</c:v>
                </c:pt>
                <c:pt idx="2">
                  <c:v>6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药</c:v>
                </c:pt>
                <c:pt idx="2">
                  <c:v>AI应用</c:v>
                </c:pt>
                <c:pt idx="3">
                  <c:v>互金证券</c:v>
                </c:pt>
                <c:pt idx="4">
                  <c:v>算力</c:v>
                </c:pt>
                <c:pt idx="5">
                  <c:v>半导体芯片</c:v>
                </c:pt>
                <c:pt idx="6">
                  <c:v>电力</c:v>
                </c:pt>
                <c:pt idx="7">
                  <c:v>商业航天</c:v>
                </c:pt>
                <c:pt idx="8">
                  <c:v>PCB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7</c:v>
                </c:pt>
                <c:pt idx="2">
                  <c:v>3</c:v>
                </c:pt>
                <c:pt idx="3">
                  <c:v>1</c:v>
                </c:pt>
                <c:pt idx="4">
                  <c:v>5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药</c:v>
                </c:pt>
                <c:pt idx="2">
                  <c:v>AI应用</c:v>
                </c:pt>
                <c:pt idx="3">
                  <c:v>互金证券</c:v>
                </c:pt>
                <c:pt idx="4">
                  <c:v>算力</c:v>
                </c:pt>
                <c:pt idx="5">
                  <c:v>半导体芯片</c:v>
                </c:pt>
                <c:pt idx="6">
                  <c:v>电力</c:v>
                </c:pt>
                <c:pt idx="7">
                  <c:v>商业航天</c:v>
                </c:pt>
                <c:pt idx="8">
                  <c:v>PCB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药</c:v>
                </c:pt>
                <c:pt idx="2">
                  <c:v>AI应用</c:v>
                </c:pt>
                <c:pt idx="3">
                  <c:v>互金证券</c:v>
                </c:pt>
                <c:pt idx="4">
                  <c:v>算力</c:v>
                </c:pt>
                <c:pt idx="5">
                  <c:v>半导体芯片</c:v>
                </c:pt>
                <c:pt idx="6">
                  <c:v>电力</c:v>
                </c:pt>
                <c:pt idx="7">
                  <c:v>商业航天</c:v>
                </c:pt>
                <c:pt idx="8">
                  <c:v>PCB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14.7</c:v>
                </c:pt>
                <c:pt idx="2">
                  <c:v>8.5</c:v>
                </c:pt>
                <c:pt idx="3">
                  <c:v>3.3</c:v>
                </c:pt>
                <c:pt idx="4">
                  <c:v>0.0</c:v>
                </c:pt>
                <c:pt idx="5">
                  <c:v>-5.8</c:v>
                </c:pt>
                <c:pt idx="6">
                  <c:v>-6.2</c:v>
                </c:pt>
                <c:pt idx="7">
                  <c:v>-7.9</c:v>
                </c:pt>
                <c:pt idx="8">
                  <c:v>-12.9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17 个分组；改善 3、恶化 14。转多力度第一为 机器人，强度 15.00。最强低位转势候选为 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次日先看空转多转多能否继续扩散，再检查空转空转多的蓄势池。反向压力主要来自：电网设备 转空 18 只｜算力 转空 10 只｜药 转空 10 只｜CPO 转空 9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3 · 恶化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15.0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机器人转多确认最强，当前没有满足低位条件的转势候选，但同时提防电网设备、算力等反向转空。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暂无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5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15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23→5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7 只｜多占比 15.8%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暂无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没有同时满足低位与转势条件的组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机器人  ·  15.0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机器人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15.0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药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14.7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7只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AI应用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8.5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互金证券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3.3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算力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半导体芯片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-5.8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15.0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23→5；反向转空 3 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5 只｜空→空转多 4 只｜多占比 75.7%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14.7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1 只；空转多→多 3→7；反向转空 10 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7 只｜空→空转多 14 只｜多占比 15.8%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AI应用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8.5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5→3；反向转空 6 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3 只｜空→空转多 6 只｜多占比 29.6%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互金证券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3.3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0→1；反向转空 3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3 只｜多占比 5.0%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算力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0.0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9→5；反向转空 10 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5 只｜空→空转多 0 只｜多占比 25.3%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半导体芯片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-5.8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7→2；反向转空 8 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1 只｜多占比 15.4%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电网设备 转空 18 只｜算力 转空 10 只｜药 转空 10 只｜CPO 转空 9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2026-10-26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