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3</c:v>
                </c:pt>
                <c:pt idx="2">
                  <c:v>0</c:v>
                </c:pt>
                <c:pt idx="3">
                  <c:v>13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算力</c:v>
                </c:pt>
                <c:pt idx="1">
                  <c:v>AI应用</c:v>
                </c:pt>
                <c:pt idx="2">
                  <c:v>机器人</c:v>
                </c:pt>
                <c:pt idx="3">
                  <c:v>药</c:v>
                </c:pt>
                <c:pt idx="4">
                  <c:v>互金证券</c:v>
                </c:pt>
                <c:pt idx="5">
                  <c:v>商业航天</c:v>
                </c:pt>
                <c:pt idx="6">
                  <c:v>半导体芯片</c:v>
                </c:pt>
                <c:pt idx="7">
                  <c:v>PCB</c:v>
                </c:pt>
                <c:pt idx="8">
                  <c:v>半导体设备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8</c:v>
                </c:pt>
                <c:pt idx="2">
                  <c:v>4</c:v>
                </c:pt>
                <c:pt idx="3">
                  <c:v>15</c:v>
                </c:pt>
                <c:pt idx="4">
                  <c:v>1</c:v>
                </c:pt>
                <c:pt idx="5">
                  <c:v>4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算力</c:v>
                </c:pt>
                <c:pt idx="1">
                  <c:v>AI应用</c:v>
                </c:pt>
                <c:pt idx="2">
                  <c:v>机器人</c:v>
                </c:pt>
                <c:pt idx="3">
                  <c:v>药</c:v>
                </c:pt>
                <c:pt idx="4">
                  <c:v>互金证券</c:v>
                </c:pt>
                <c:pt idx="5">
                  <c:v>商业航天</c:v>
                </c:pt>
                <c:pt idx="6">
                  <c:v>半导体芯片</c:v>
                </c:pt>
                <c:pt idx="7">
                  <c:v>PCB</c:v>
                </c:pt>
                <c:pt idx="8">
                  <c:v>半导体设备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10</c:v>
                </c:pt>
                <c:pt idx="1">
                  <c:v>5</c:v>
                </c:pt>
                <c:pt idx="2">
                  <c:v>5</c:v>
                </c:pt>
                <c:pt idx="3">
                  <c:v>8</c:v>
                </c:pt>
                <c:pt idx="4">
                  <c:v>2</c:v>
                </c:pt>
                <c:pt idx="5">
                  <c:v>2</c:v>
                </c:pt>
                <c:pt idx="6">
                  <c:v>2</c:v>
                </c:pt>
                <c:pt idx="7">
                  <c:v>1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算力</c:v>
                </c:pt>
                <c:pt idx="1">
                  <c:v>AI应用</c:v>
                </c:pt>
                <c:pt idx="2">
                  <c:v>机器人</c:v>
                </c:pt>
                <c:pt idx="3">
                  <c:v>药</c:v>
                </c:pt>
                <c:pt idx="4">
                  <c:v>互金证券</c:v>
                </c:pt>
                <c:pt idx="5">
                  <c:v>商业航天</c:v>
                </c:pt>
                <c:pt idx="6">
                  <c:v>半导体芯片</c:v>
                </c:pt>
                <c:pt idx="7">
                  <c:v>PCB</c:v>
                </c:pt>
                <c:pt idx="8">
                  <c:v>半导体设备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算力</c:v>
                </c:pt>
                <c:pt idx="1">
                  <c:v>AI应用</c:v>
                </c:pt>
                <c:pt idx="2">
                  <c:v>机器人</c:v>
                </c:pt>
                <c:pt idx="3">
                  <c:v>药</c:v>
                </c:pt>
                <c:pt idx="4">
                  <c:v>互金证券</c:v>
                </c:pt>
                <c:pt idx="5">
                  <c:v>商业航天</c:v>
                </c:pt>
                <c:pt idx="6">
                  <c:v>半导体芯片</c:v>
                </c:pt>
                <c:pt idx="7">
                  <c:v>PCB</c:v>
                </c:pt>
                <c:pt idx="8">
                  <c:v>半导体设备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18.7</c:v>
                </c:pt>
                <c:pt idx="1">
                  <c:v>18.3</c:v>
                </c:pt>
                <c:pt idx="2">
                  <c:v>16.4</c:v>
                </c:pt>
                <c:pt idx="3">
                  <c:v>16.2</c:v>
                </c:pt>
                <c:pt idx="4">
                  <c:v>3.3</c:v>
                </c:pt>
                <c:pt idx="5">
                  <c:v>1.6</c:v>
                </c:pt>
                <c:pt idx="6">
                  <c:v>-1.9</c:v>
                </c:pt>
                <c:pt idx="7">
                  <c:v>-3.6</c:v>
                </c:pt>
                <c:pt idx="8">
                  <c:v>-6.7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17 个分组；改善 4、恶化 13。转多力度第一为 算力，强度 18.67。最强低位转势候选为 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次日先看空转多转多能否继续扩散，再检查空转空转多的蓄势池。反向压力主要来自：电网设备 转空 13 只｜药 转空 11 只｜CPO 转空 8 只｜半导体上游 转空 8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4 · 恶化 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算力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18.7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算力转多确认最强，当前没有满足低位条件的转势候选，但同时提防电网设备、药等反向转空。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暂无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10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14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算力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9→10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算力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10 只｜多占比 33.3%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暂无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没有同时满足低位与转势条件的组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算力  ·  18.7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算力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18.7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AI应用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18.3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机器人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16.4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药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16.2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8只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互金证券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3.3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商业航天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1.6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算力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18.7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9→10；反向转空 8 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10 只｜空→空转多 2 只｜多占比 33.3%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AI应用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18.3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5→5；反向转空 5 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5 只｜空→空转多 8 只｜多占比 33.8%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机器人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16.4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23→5；反向转空 2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5 只｜空→空转多 4 只｜多占比 75.7%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34347"/>
                </a:solidFill>
                <a:latin typeface="Microsoft YaHei"/>
              </a:rPr>
              <a:t>16.2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空→多跳级 1 只；空转多→多 3→8；反向转空 11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8 只｜空→空转多 15 只｜多占比 16.5%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互金证券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3.3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0→2；反向转空 3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1 只｜多占比 6.7%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商业航天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1.6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9→2；反向转空 6 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2 只｜空→空转多 4 只｜多占比 19.0%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电网设备 转空 13 只｜药 转空 11 只｜CPO 转空 8 只｜半导体上游 转空 8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2026-10-26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